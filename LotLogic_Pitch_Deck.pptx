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LotLogic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Parking Security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lot monitored 24/7. Violations caught instantly.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guards. No patrols. No upfront cost.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77724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vehicles park on your property every day. Most of them never get caught.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property owners deal with: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vehicles taking up paying spots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monitor the lot after hours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guards are expensive and inconsistent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Violators know they won't get caught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someone to patrol your lot costs $50K+/year and still misses most violations.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0" y="1188720"/>
            <a:ext cx="2743200" cy="10515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0" y="1188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$1,500+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43600" y="1783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losses per lot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2423160"/>
            <a:ext cx="2743200" cy="10515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0" y="2423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943600" y="3017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 never acted 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3657600"/>
            <a:ext cx="2743200" cy="10515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0" y="36576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$50K+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943600" y="4251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cost of manual patrols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Do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77724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install security cameras on your property and monitor your lot around the clock. When a violation occurs, your enforcement partner is notified instantly.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property owners: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lot monitoring — every space covered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unauthorized vehicle is caught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staff to hire or manage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upfront cost — we handle everything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0" y="1188720"/>
            <a:ext cx="2560320" cy="594360"/>
          </a:xfrm>
          <a:prstGeom prst="rect">
            <a:avLst/>
          </a:prstGeom>
          <a:solidFill>
            <a:srgbClr val="161B22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0" y="11887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Watches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766560" y="1783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84F58"/>
                </a:solidFill>
              </a:rPr>
              <a:t>▼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0" y="2148840"/>
            <a:ext cx="2560320" cy="594360"/>
          </a:xfrm>
          <a:prstGeom prst="rect">
            <a:avLst/>
          </a:prstGeom>
          <a:solidFill>
            <a:srgbClr val="161B22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0" y="21488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 Detected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66560" y="27432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84F58"/>
                </a:solidFill>
              </a:rPr>
              <a:t>▼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0" y="3108960"/>
            <a:ext cx="2560320" cy="594360"/>
          </a:xfrm>
          <a:prstGeom prst="rect">
            <a:avLst/>
          </a:prstGeom>
          <a:solidFill>
            <a:srgbClr val="161B22"/>
          </a:solidFill>
          <a:ln w="19050">
            <a:solidFill>
              <a:srgbClr val="4ADE8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0" y="31089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Notified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766560" y="3703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84F58"/>
                </a:solidFill>
              </a:rPr>
              <a:t>▼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0" y="4069080"/>
            <a:ext cx="2560320" cy="594360"/>
          </a:xfrm>
          <a:prstGeom prst="rect">
            <a:avLst/>
          </a:prstGeom>
          <a:solidFill>
            <a:srgbClr val="161B22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0" y="40690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Enforced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We Install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77724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3840480" cy="34747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3840480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— Wired Install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659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965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to your power &amp; internet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2316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2423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HD monitoring — no data caps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88036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3000" y="2880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 and reliability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37560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43000" y="3337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operating cost per camera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57200" y="3886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for most properties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4846320" y="1280160"/>
            <a:ext cx="3840480" cy="34747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4846320" y="1280160"/>
            <a:ext cx="3840480" cy="5029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8" name="Text 12"/>
          <p:cNvSpPr/>
          <p:nvPr/>
        </p:nvSpPr>
        <p:spPr>
          <a:xfrm>
            <a:off x="4846320" y="12801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— LTE + Solar</a:t>
            </a:r>
            <a:endParaRPr lang="en-US" sz="13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1965960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532120" y="1965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Solar-powered — no electrical needed</a:t>
            </a:r>
            <a:endParaRPr lang="en-US" sz="12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2423160"/>
            <a:ext cx="274320" cy="27432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532120" y="2423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 connection — no internet needed</a:t>
            </a:r>
            <a:endParaRPr lang="en-US" sz="12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0" y="2880360"/>
            <a:ext cx="274320" cy="27432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532120" y="2880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units — install in minutes</a:t>
            </a:r>
            <a:endParaRPr lang="en-US" sz="12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0640" y="3337560"/>
            <a:ext cx="274320" cy="27432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532120" y="3337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anywhere — no infrastructure needed</a:t>
            </a:r>
            <a:endParaRPr lang="en-US" sz="1200" dirty="0"/>
          </a:p>
        </p:txBody>
      </p:sp>
      <p:sp>
        <p:nvSpPr>
          <p:cNvPr id="27" name="Text 17"/>
          <p:cNvSpPr/>
          <p:nvPr/>
        </p:nvSpPr>
        <p:spPr>
          <a:xfrm>
            <a:off x="4846320" y="3886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lots without power or internet access</a:t>
            </a:r>
            <a:endParaRPr lang="en-US" sz="1100" dirty="0"/>
          </a:p>
        </p:txBody>
      </p:sp>
      <p:sp>
        <p:nvSpPr>
          <p:cNvPr id="28" name="Text 18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options deliver the same monitoring and enforcement — same accuracy, same response time.</a:t>
            </a:r>
            <a:endParaRPr lang="en-US" sz="1200" dirty="0"/>
          </a:p>
        </p:txBody>
      </p:sp>
      <p:sp>
        <p:nvSpPr>
          <p:cNvPr id="29" name="Text 1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Property Owners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77724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3840480" cy="1554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" cy="1554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80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Lot Is Always Watched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monitor every space 24/7. No gaps, no off-hours, no blind spots. Violators get caught whether it's 2 PM or 2 AM.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17720" y="1188720"/>
            <a:ext cx="3840480" cy="1554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188720"/>
            <a:ext cx="54864" cy="1554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280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Pay Anything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6916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install the cameras, run the system, and manage everything. You pay zero upfront and zero monthly. We only earn when violations are enforced.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3840480" cy="1554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926080"/>
            <a:ext cx="54864" cy="1554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017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Manage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4290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hiring security guards. No scheduling patrols. No checking cameras yourself. We handle it all.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17720" y="2926080"/>
            <a:ext cx="3840480" cy="1554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2926080"/>
            <a:ext cx="54864" cy="1554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3017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 Get Enforced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34290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violation triggers an instant alert to a local enforcement partner. Boots and tows happen fast — not hours or days later.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Tow Companies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77724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3840480" cy="1554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" cy="155448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80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Come To You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prospecting, no cold calls. Every alert is a confirmed violation ready for action. Just show up.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17720" y="1188720"/>
            <a:ext cx="3840480" cy="1554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188720"/>
            <a:ext cx="54864" cy="155448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280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75% Of Every Fee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6916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$112.50 per boot. $262.50 per tow. No invoicing, no chasing payment. Revenue tracked and paid automatically.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3840480" cy="1554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926080"/>
            <a:ext cx="54864" cy="155448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017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Simple Workflow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4290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notification with lot, vehicle, plate, and photo. Boot or tow. Confirm when done. That's your entire side of the operation.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17720" y="2926080"/>
            <a:ext cx="3840480" cy="1554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2926080"/>
            <a:ext cx="54864" cy="155448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3017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Without Overhead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34290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lots = more alerts = more revenue. No extra staff, no extra equipment. Just more jobs flowing to your phone.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 Money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77724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 Charged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 (75%)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LotLogic (25%)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$112.50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$37.50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$262.50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$87.50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651760"/>
            <a:ext cx="2468880" cy="11887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26517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$0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57200" y="3337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property owner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063240" y="2651760"/>
            <a:ext cx="2468880" cy="11887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063240" y="26517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$0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3063240" y="3337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join as partner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0" y="2651760"/>
            <a:ext cx="2468880" cy="11887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669280" y="26517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75%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5669280" y="3337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keeps on every job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Partner Earnings Potential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77724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Lots Managed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Jobs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Revenue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 Earnings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100–150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$20K–30K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$15K–22K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200–300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$40K–60K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$30K–45K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500–750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$100K–150K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$75K–112K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partner managing 10 lots can earn $30K–45K/month with zero equipment cost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avg 20–30 violations/lot/mo · 70% boots ($150) / 30% tows ($350) · estimates only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Getting Started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77724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and running in 48 hours.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survey the lot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011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visit the property, assess coverage needs, and plan the install. Takes one visit.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56032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514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install the cameras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7889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 to your power/internet, or solar + LTE if needed. No disruption to your lot.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33756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291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goes live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35661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 starts watching immediately. Violations are detected and enforcement begins.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11480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4069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sit back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43434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is protected. Partners get jobs. Revenue flows. You don't lift a finger.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 Your Property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automated security  ·  Zero upfront cost  ·  Violations enforced instantly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get started?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474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gabebs1@gmail.com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(971) 295-7521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B8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B3D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 LINE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ALPR Digital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Parking Passes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3474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enforcement for apartment complexes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residential properties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Apartment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77724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Apartment complexes lose thousands every year to unauthorized parking — and current solutions make it worse.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5029200" cy="7772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920240"/>
            <a:ext cx="54864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Stickers &amp; Hang Tags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Easily copied, lost, or shared. No visitor solution. Management headache.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5029200" cy="7772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880360"/>
            <a:ext cx="54864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926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Systems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$15K–50K upfront. Break constantly. Residents hate waiting. Visitors can't enter.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5029200" cy="7772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840480"/>
            <a:ext cx="54864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886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Patrol Services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$2K+/month. Human error, inconsistent coverage. Residents complain about unfair ticketing.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0" y="1188720"/>
            <a:ext cx="2743200" cy="10515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0" y="1188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$12K+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943600" y="1737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losses per complex from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parking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0" y="2697480"/>
            <a:ext cx="2743200" cy="10515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0" y="2697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943600" y="3246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visitor pass solutions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market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0" y="3749040"/>
            <a:ext cx="2743200" cy="10515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0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73%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943600" y="4297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cite parking as #1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apartment complaint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ALPR Parking Pass System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77724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3840480" cy="1554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ALPR Cameras Auto-Read Plates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8288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vehicle entering the property is scanned automatically. No stickers, no gates, no delays.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17720" y="1188720"/>
            <a:ext cx="3840480" cy="1554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37160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0352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Register Once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800600" y="18288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plate in the dashboard. You're permanently authorized. Never think about parking again.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2971800"/>
            <a:ext cx="3840480" cy="1554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5468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Scan a QR Code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40080" y="36118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→ enter plate → 24-hour pass in 30 seconds. No app, no account, works on any phone.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617720" y="2971800"/>
            <a:ext cx="3840480" cy="1554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15468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03520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Unrecognized = Instant Violation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800600" y="36118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plates trigger a violation. Dispatch tow company right from the dashboard.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commission on every tow — $62.50 on a $250 tow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77724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34440"/>
            <a:ext cx="3840480" cy="10515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7160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325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manager adds property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property in the dashboard, gets a unique QR code for visitors.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3840480" cy="10515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2606040"/>
            <a:ext cx="457200" cy="45720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2560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register their plates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30175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plate entry in the dashboard. Permanently whitelisted.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703320"/>
            <a:ext cx="3840480" cy="10515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384048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3794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ALPR cameras scan plates at entry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42519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vehicle is identified in real-time. Plates matched against the authorized list.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1234440"/>
            <a:ext cx="3840480" cy="10515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37160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49240" y="1325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plate → violation created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17830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Unrecognized vehicles instantly generate a violation with plate photo evidence.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2468880"/>
            <a:ext cx="3840480" cy="10515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60604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49240" y="2560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 company dispatches from dashboard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54880" y="30175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dispatch with all vehicle details. Track status in real-time.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17720" y="3703320"/>
            <a:ext cx="3840480" cy="10515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840480"/>
            <a:ext cx="457200" cy="45720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49240" y="3794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self-register via QR code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54880" y="42519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QR → enter plate → 24-hour pass. No app download, takes 30 seconds.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Dashboard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77724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LotLogic  ·  PASSES  ·  Overview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138160" y="1280160"/>
            <a:ext cx="228600" cy="22860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0" y="1188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</a:rPr>
              <a:t>Live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1783080"/>
            <a:ext cx="1783080" cy="82296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83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85800" y="2286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VIOLATIONS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651760" y="1783080"/>
            <a:ext cx="1783080" cy="82296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1783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47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51760" y="2286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PASSES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17720" y="1783080"/>
            <a:ext cx="1783080" cy="82296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783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17720" y="2286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TOWS (MONTH)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583680" y="1783080"/>
            <a:ext cx="1783080" cy="82296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1783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$500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583680" y="2286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5800" y="2788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Violations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3154680"/>
            <a:ext cx="7772400" cy="384048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1546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ABC 1234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86000" y="31546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Sunset Apartments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31546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 ago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0" y="3209544"/>
            <a:ext cx="777240" cy="274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32095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269480" y="3209544"/>
            <a:ext cx="685800" cy="274320"/>
          </a:xfrm>
          <a:prstGeom prst="rect">
            <a:avLst/>
          </a:prstGeom>
          <a:solidFill>
            <a:srgbClr val="1C2128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69480" y="320954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Dismiss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85800" y="3611880"/>
            <a:ext cx="7772400" cy="384048"/>
          </a:xfrm>
          <a:prstGeom prst="rect">
            <a:avLst/>
          </a:prstGeom>
          <a:solidFill>
            <a:srgbClr val="1C2128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36118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XYZ 9876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286000" y="36118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Sunset Apartments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54880" y="36118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 ago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0" y="3666744"/>
            <a:ext cx="777240" cy="274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0" y="36667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269480" y="3666744"/>
            <a:ext cx="685800" cy="274320"/>
          </a:xfrm>
          <a:prstGeom prst="rect">
            <a:avLst/>
          </a:prstGeom>
          <a:solidFill>
            <a:srgbClr val="1C2128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69480" y="366674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Dismiss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85800" y="4069080"/>
            <a:ext cx="7772400" cy="384048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40690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5678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286000" y="40690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Oak Ridge Complex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54880" y="40690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min ago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00800" y="4123944"/>
            <a:ext cx="777240" cy="274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0" y="41239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269480" y="4123944"/>
            <a:ext cx="685800" cy="274320"/>
          </a:xfrm>
          <a:prstGeom prst="rect">
            <a:avLst/>
          </a:prstGeom>
          <a:solidFill>
            <a:srgbClr val="1C2128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69480" y="412394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Dismiss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at lotlogic-beta.vercel.app  ·  Works on desktop and mobile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Model — Apartments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77724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3840480" cy="7315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887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828800" y="11887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Upfront cost to property managers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3840480" cy="7315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1031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828800" y="21031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LotLogic commission on tow fees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3840480" cy="7315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0175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$250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828800" y="30175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tow fee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Per-Property Projections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645920"/>
          <a:ext cx="38404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09728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Tows/Mo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LotLogic/Mo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units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$250–375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units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$500–750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200+ units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$940–1,560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4846320" y="3337560"/>
            <a:ext cx="3840480" cy="640080"/>
          </a:xfrm>
          <a:prstGeom prst="rect">
            <a:avLst/>
          </a:prstGeom>
          <a:solidFill>
            <a:srgbClr val="0A162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0" y="33375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hardware: ~$500/camera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pays or we finance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4114800"/>
            <a:ext cx="82296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20624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143000" y="4160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Experience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1143000" y="446227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QR → enter plate → 24-hour pass in 30 seconds. No app download. Works on any phone.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LotLogic — AI Parking Enforcement + ALPR Parking Pass</dc:title>
  <dc:subject>PptxGenJS Presentation</dc:subject>
  <dc:creator>LotLogic</dc:creator>
  <cp:lastModifiedBy>LotLogic</cp:lastModifiedBy>
  <cp:revision>1</cp:revision>
  <dcterms:created xsi:type="dcterms:W3CDTF">2026-03-28T23:19:57Z</dcterms:created>
  <dcterms:modified xsi:type="dcterms:W3CDTF">2026-03-28T23:19:57Z</dcterms:modified>
</cp:coreProperties>
</file>